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36576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Institute of Information Technology, Noida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 Analysis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Vote Wiki Dataset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Ishita Agarwal</a:t>
            </a:r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Parnika Jain</a:t>
            </a:r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Apurva Ananad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Intelligence  ·  M.Tech (CSE)  ·  2nd Semester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80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Platforms &amp; Influence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51460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5176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rapid growth of online platforms, analyzing user relationships is crucial for understanding influence, recommendation systems, and ranking mechanisms.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280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Analysis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69080" y="251460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65176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technique in graph theory and data mining that evaluates node importance based on connections. Most well-known use: Google's PageRank for ranking web pages.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280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🗳️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Wiki-Vote Application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251460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65176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apply PageRank and HITS to the Wiki-Vote dataset — voting interactions among Wikipedia users — to analyze influence flow and rank users by connectivity.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Dataset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749040" cy="11887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618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7,000+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(Users)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651760"/>
            <a:ext cx="3749040" cy="11887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72491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100,000+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Edges (Votes)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143000"/>
            <a:ext cx="45720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2344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1645920"/>
            <a:ext cx="42062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783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Source: Stanford Network Analysis Project (SNAP)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80560" y="22677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A → B means User A voted for User 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80560" y="275234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Graph type: Directed and unweighted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0560" y="323697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Wikipedia administrator election data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37216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Captures real user influence &amp; trust relationships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4206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Contains hub and authority network structures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202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947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143000"/>
            <a:ext cx="19202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50592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50592" y="1947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processing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143000"/>
            <a:ext cx="19202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26864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26864" y="1947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143000"/>
            <a:ext cx="19202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03136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03136" y="1947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0604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Representation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090672"/>
            <a:ext cx="356616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00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 →  node in directed graph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611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vote  →  directed edge (A → B)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via adjacency lists for efficiency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Indegree: votes received   |   Outdegree: votes given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606040"/>
            <a:ext cx="4206240" cy="22860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Query System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090672"/>
            <a:ext cx="356616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Node ID  →  Returns: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566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PageRank Score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39044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HITS Authority Score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4242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HITS Hub Score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37760" y="45811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In-Degree  &amp;  Out-Degree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PageRank Algorithm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4008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Idea: A "random surfer" model — nodes are important if linked by other important nodes. Damping factor β ≈ 0.85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rank values for all nodes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8803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update ranks from incoming links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3375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damping factor β = 0.85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794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convergence threshold reached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51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4251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PageRank score per node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1874520"/>
            <a:ext cx="4434840" cy="30175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17720" y="24231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equation for node j: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788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rⱼ = Σ β · (rᵢ / dᵢ) + (1 − β) · (1/N)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337560"/>
            <a:ext cx="37490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2900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 = damping factor (~0.85)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77647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 = total nodes in graph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4123944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dᵢ  = outdegree of node 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4471416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rᵢ  = rank of incoming node 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HITS Algorithm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Hyperlink-Induced Topic 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88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Authority Score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valuable a node is.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that RECEIVE many links from good hubs have high authority.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↪  Good authorities are linked by good hubs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188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Hub Score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well a node points to good authorities.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that LINK to many good authorities have high hub score.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↪  Good hubs point to good authorities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108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150876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66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768" y="391363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hub &amp; authority scores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57400" y="3520440"/>
            <a:ext cx="150876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3566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121408" y="391363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authority scores from incoming links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49040" y="3520440"/>
            <a:ext cx="150876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566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13048" y="391363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hub scores from outgoing links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40680" y="3520440"/>
            <a:ext cx="150876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566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4688" y="391363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values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32320" y="3520440"/>
            <a:ext cx="150876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3566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96328" y="391363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convergence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937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(Pearson)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4663440" cy="301752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1737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 vs In-Degree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Extremely 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PageRank vs In-Degree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PageRank vs Authority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positive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vs In-Degree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to 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vs PageRank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40680" y="1097280"/>
            <a:ext cx="3429000" cy="379476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77840" y="1188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77840" y="1581912"/>
            <a:ext cx="31546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1691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577840" y="21671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↔ In-Degree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77840" y="242316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received = authority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77840" y="27889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577840" y="32644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Overlap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77840" y="352044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vs Authority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38862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Skewed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577840" y="43616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Distribution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77840" y="46177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nodes dominate influence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73152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52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Authority Driven by In-Degree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645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correlation (r = 0.960) between Authority score and In-Degree confirms authority is largely driven by the number of incoming links (votes received).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73152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252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PageRank — Robust Global Ranking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645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(r = 0.923 with In-Degree) extends link counting by incorporating the importance of linking nodes, making it more robust for global ranking.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63240"/>
            <a:ext cx="73152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1729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Hub Scores Reveal Distinct Role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Hub correlations (r ≈ 0.27–0.34) highlight that hubs identify nodes actively connecting to others — different from those that are simply influential.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63240"/>
            <a:ext cx="73152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1729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Real-World Applicability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analysis effectively uncovers influence patterns in social networks and is applicable to recommendation systems, fraud detection, and search engines.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1307592"/>
            <a:ext cx="36576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18872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Brin and L. Page, "The Anatomy of a Large-Scale Hypertextual Web Search Engine," Computer Networks and ISDN Systems, vol. 30, no. 1–7, pp. 107–117, 1998.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1488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2267712"/>
            <a:ext cx="36576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1488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Page, S. Brin, R. Motwani, and T. Winograd, "The PageRank Citation Ranking: Bringing Order to the Web," Stanford InfoLab, Technical Report, 1999.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10896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3227832"/>
            <a:ext cx="36576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10896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H. Q. Ding, X. He, H. Zha, P. Husbands, and H. D. Simon, "Link Analysis: Hubs and Authorities on the World Wide Web," SIAM Review, vol. 46, no. 2, pp. 256–268, 2004.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02336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406908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" y="4187952"/>
            <a:ext cx="36576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06908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Network Analysis Project (SNAP), Wiki-Vote Dataset. Available at: https://snap.stanford.edu/data/wiki-Vote.html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Ishita Agarwal  </a:t>
            </a:r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Parnika Jain  </a:t>
            </a:r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Apurva Ananad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Intelligence  ·  M.Tech CSE  ·  JIIT Noida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 Analysis on Vote Wiki Dataset</dc:title>
  <dc:subject>PptxGenJS Presentation</dc:subject>
  <dc:creator>PptxGenJS</dc:creator>
  <cp:lastModifiedBy>PptxGenJS</cp:lastModifiedBy>
  <cp:revision>1</cp:revision>
  <dcterms:created xsi:type="dcterms:W3CDTF">2026-05-01T14:35:50Z</dcterms:created>
  <dcterms:modified xsi:type="dcterms:W3CDTF">2026-05-01T14:35:50Z</dcterms:modified>
</cp:coreProperties>
</file>